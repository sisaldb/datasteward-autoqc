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26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5D4BF-C2FD-C549-94D8-F994187F76EA}" type="datetimeFigureOut">
              <a:rPr lang="en-CH" smtClean="0"/>
              <a:t>07.04.2026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83789-D0CC-1E45-9B22-33582A2072E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910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83789-D0CC-1E45-9B22-33582A2072E1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1569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F28D1-08B6-4A0E-FA87-F285881EC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78AAE-A6E3-1BD8-08F7-7BA4C199DD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35CD8-7792-83D1-21E8-5AE1A1CD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C0E5-1AA7-CA3D-6B1B-0355C3AA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B6D8-75F5-BFA1-B9AE-BF124F78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66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7693B-5B6F-E425-72B6-669794088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3DA44-43C3-9D66-8A5B-2C8E485EA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9965E-9D31-E957-AB60-20E73382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9BA7-D13D-6AF2-2AB2-BA982EC1E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86AE8-BB3D-6BC1-C138-71A4391F4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4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47DF-F6C9-01C1-A4BB-003C102EF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D92F2-0265-D625-FE82-DB5BE2E18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DAD-443B-E2B7-EAC5-49DA831F5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BED83-0029-2BED-3DE1-8B0E8A036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05BC6-F3E7-6990-23B3-03F096E9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6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96BD-9D7D-5BEF-F258-872D35BA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09EE0-50C8-26A3-DD4A-1A4B5DA48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06FC7-9B28-9F55-5B75-A8F801CD0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6639E-C731-1CD8-79B6-765B1224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DBA86-2E2D-6EBF-09D0-25E61DEBD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BC1E8-0F09-BFA1-C392-6D29BEA4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5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A4FB9-8B47-BC23-2628-2BB0B15D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51DE7-8231-1130-9383-96CF9C2FE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3EB273-A52B-6F42-7B8C-504DD6EB5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A7B3C-86A0-A444-8693-493702221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B4B292-541A-BEF7-8B8B-D1F13E3F1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65E425-3234-950B-24F9-F348D9FAF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657E4E-E9B0-1798-6D99-E078913D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2906C-3958-3DC0-37A4-7D1AB32A6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8D12-381B-8641-6637-66285865B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72F290-067A-B958-13FD-50CD96D8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EA835A-544E-3790-8044-D2D8DC142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1DB46C-B61C-F7AA-3120-AD858C84C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8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4772AA-FEB9-61C0-2B5F-DFD6C531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ABD689-46C6-E920-FEC3-7D142321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F63F7-3849-D7D3-50BC-3BF230DD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07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2C04-3AF6-0F13-FAAF-81798E8CB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D161F-E187-A77D-7030-5440A841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9F726-A22C-0E38-4910-B728E4EED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F4182-7C7D-A956-EB46-6138E0075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4C615-9B78-5F08-06E5-472A5E86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F89AC-B155-4077-42B2-9FCF237F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6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9167-FDB9-F38C-1358-1AF44E8E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0FE8CA-7133-F115-B417-F01C64789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2CFDE-9DA6-5CF4-0D4F-6AEBBD0B1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18F3C-8FD5-7157-5FE7-A986166E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8F8D4-F334-D5BA-3621-12D9D741F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14825-5C66-188A-A101-D91B6AEDA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49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8BBB-CC0B-923F-C5F7-604C122E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5B2B1-9E7E-C547-4477-4A27CF86F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1E24F-5586-A123-EDAF-44A289F8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7BD3B-E47E-659D-A69F-CCF30C8D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577BC-3053-6BB8-C58A-5B1C709F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81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F97155-8D22-DDB3-5650-77C18F5AE3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864A4-34F1-6FEB-A9DE-484602D35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CD568-A617-00BE-2846-DE1B62477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4322-3EEB-65D9-6088-8FA43AB7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6EE57-C1BF-0D87-BB00-8E034EE00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392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39FF4C-E940-903E-DBE6-CC4C1921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F37D7-D1D3-3889-3CD5-3E18AFB21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00AE6-5401-A77C-7328-5952EEA97B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F9CEB-62D7-6448-8C6B-38EBFB5431D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573A5-0D1B-8DDE-8058-0599A4D0C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12995-378F-AFE1-EACF-53E3DFE282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6C725-0F1D-3444-B72B-24E973ADBD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25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6778-7D3B-6FCB-7D4C-E752D29ED8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SISAL-Neotoma: </a:t>
            </a:r>
            <a:br>
              <a:rPr lang="en-US" dirty="0"/>
            </a:br>
            <a:r>
              <a:rPr lang="en-US" dirty="0"/>
              <a:t>Quality Checking for new records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DE3802-A20A-485F-EA6D-9C740E1FB0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9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546318-44A7-D8A0-3294-180AB0D81794}"/>
              </a:ext>
            </a:extLst>
          </p:cNvPr>
          <p:cNvSpPr/>
          <p:nvPr/>
        </p:nvSpPr>
        <p:spPr>
          <a:xfrm>
            <a:off x="3017603" y="726739"/>
            <a:ext cx="1655805" cy="123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Steward receives a new workbook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36EF67-7FD4-8779-BD58-61D3F6821445}"/>
              </a:ext>
            </a:extLst>
          </p:cNvPr>
          <p:cNvSpPr/>
          <p:nvPr/>
        </p:nvSpPr>
        <p:spPr>
          <a:xfrm>
            <a:off x="3017605" y="2195170"/>
            <a:ext cx="1655805" cy="123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Check visually whether data is complete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2D6C66-04EB-C668-C809-6C5D141A9AC1}"/>
              </a:ext>
            </a:extLst>
          </p:cNvPr>
          <p:cNvSpPr/>
          <p:nvPr/>
        </p:nvSpPr>
        <p:spPr>
          <a:xfrm>
            <a:off x="4833054" y="2195170"/>
            <a:ext cx="1655805" cy="123383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Runs Automated Pre-Upload Check :</a:t>
            </a:r>
          </a:p>
          <a:p>
            <a:pPr algn="ctr"/>
            <a:r>
              <a:rPr lang="en-US" sz="1600" dirty="0"/>
              <a:t>Python script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3E393D-B458-11F1-0E61-F0A18E81069B}"/>
              </a:ext>
            </a:extLst>
          </p:cNvPr>
          <p:cNvSpPr/>
          <p:nvPr/>
        </p:nvSpPr>
        <p:spPr>
          <a:xfrm>
            <a:off x="6682875" y="2195170"/>
            <a:ext cx="1655805" cy="123383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Runs Pre-Upload Check :</a:t>
            </a:r>
          </a:p>
          <a:p>
            <a:pPr algn="ctr"/>
            <a:r>
              <a:rPr lang="en-US" sz="1600" dirty="0"/>
              <a:t>R script</a:t>
            </a:r>
          </a:p>
          <a:p>
            <a:pPr algn="ctr"/>
            <a:r>
              <a:rPr lang="en-US" sz="1600" dirty="0"/>
              <a:t>(generates Plots)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D6D2619-FF8B-91EF-3FC4-7FF6FB380DF2}"/>
              </a:ext>
            </a:extLst>
          </p:cNvPr>
          <p:cNvSpPr/>
          <p:nvPr/>
        </p:nvSpPr>
        <p:spPr>
          <a:xfrm>
            <a:off x="8469634" y="2195170"/>
            <a:ext cx="1655805" cy="1233830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Tests whether U-Th ages are credible.</a:t>
            </a:r>
          </a:p>
          <a:p>
            <a:pPr algn="ctr"/>
            <a:r>
              <a:rPr lang="en-US" sz="1600" dirty="0"/>
              <a:t>(Julia Script)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CF4E702-B6C6-C1D0-D902-5BC6128CC722}"/>
              </a:ext>
            </a:extLst>
          </p:cNvPr>
          <p:cNvSpPr/>
          <p:nvPr/>
        </p:nvSpPr>
        <p:spPr>
          <a:xfrm>
            <a:off x="3017603" y="3898202"/>
            <a:ext cx="1655805" cy="1233830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Runs new </a:t>
            </a:r>
            <a:r>
              <a:rPr lang="en-US" sz="1600" dirty="0" err="1"/>
              <a:t>Agemodels</a:t>
            </a:r>
            <a:r>
              <a:rPr lang="en-US" sz="1600" dirty="0"/>
              <a:t> and updates workbook file</a:t>
            </a:r>
          </a:p>
          <a:p>
            <a:pPr algn="ctr"/>
            <a:r>
              <a:rPr lang="en-US" sz="1600" dirty="0"/>
              <a:t>(R and </a:t>
            </a:r>
            <a:r>
              <a:rPr lang="en-US" sz="1600" dirty="0" err="1"/>
              <a:t>Matlab</a:t>
            </a:r>
            <a:r>
              <a:rPr lang="en-US" sz="1600" dirty="0"/>
              <a:t>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56B3A0-77E2-3831-5543-DB9F82A7F918}"/>
              </a:ext>
            </a:extLst>
          </p:cNvPr>
          <p:cNvSpPr/>
          <p:nvPr/>
        </p:nvSpPr>
        <p:spPr>
          <a:xfrm>
            <a:off x="4833054" y="3898202"/>
            <a:ext cx="1655805" cy="123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Merge the Workbook with the full database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F7A36-F6A8-FC1B-08F2-F1623268D8FD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3845506" y="1960569"/>
            <a:ext cx="2" cy="2346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991CD5E-DA30-1C14-A48A-E7FD94F4D376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673410" y="2812085"/>
            <a:ext cx="1596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C65BFF-674E-7AE2-3976-DD3DAAFD98E0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6488859" y="2812085"/>
            <a:ext cx="1940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C32380-57EC-4943-A68D-97EF3EC8D5B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338680" y="2812085"/>
            <a:ext cx="1309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6CC13CC-5A90-EAF2-9674-6D7826942167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rot="5400000">
            <a:off x="6336921" y="937586"/>
            <a:ext cx="469202" cy="545203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02FF12E-7C5B-879A-9D2F-ED571A51636E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4673408" y="4515117"/>
            <a:ext cx="1596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DD4B361-A408-7F03-F321-066764A398FF}"/>
              </a:ext>
            </a:extLst>
          </p:cNvPr>
          <p:cNvSpPr/>
          <p:nvPr/>
        </p:nvSpPr>
        <p:spPr>
          <a:xfrm>
            <a:off x="6748352" y="3898202"/>
            <a:ext cx="1655805" cy="12338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Database will be pulled by Neotoma on a regular </a:t>
            </a:r>
            <a:r>
              <a:rPr lang="en-US" sz="1600" dirty="0" err="1"/>
              <a:t>intervall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B996EA1-1D61-2DB5-FC53-B93E6DB38757}"/>
              </a:ext>
            </a:extLst>
          </p:cNvPr>
          <p:cNvCxnSpPr>
            <a:stCxn id="10" idx="3"/>
          </p:cNvCxnSpPr>
          <p:nvPr/>
        </p:nvCxnSpPr>
        <p:spPr>
          <a:xfrm>
            <a:off x="6488859" y="4515117"/>
            <a:ext cx="3323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F000D62-C4D9-57A6-9CBC-9F850B2F9555}"/>
              </a:ext>
            </a:extLst>
          </p:cNvPr>
          <p:cNvSpPr txBox="1"/>
          <p:nvPr/>
        </p:nvSpPr>
        <p:spPr>
          <a:xfrm>
            <a:off x="777765" y="1135118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submission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57E8B5-1212-4571-AED4-BA491343DAC2}"/>
              </a:ext>
            </a:extLst>
          </p:cNvPr>
          <p:cNvSpPr txBox="1"/>
          <p:nvPr/>
        </p:nvSpPr>
        <p:spPr>
          <a:xfrm>
            <a:off x="777765" y="2627419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61CE41-4440-CB93-F24B-337758995CD7}"/>
              </a:ext>
            </a:extLst>
          </p:cNvPr>
          <p:cNvSpPr txBox="1"/>
          <p:nvPr/>
        </p:nvSpPr>
        <p:spPr>
          <a:xfrm>
            <a:off x="777765" y="4053452"/>
            <a:ext cx="19418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SISAL Age model</a:t>
            </a:r>
          </a:p>
          <a:p>
            <a:r>
              <a:rPr lang="en-US" b="1" dirty="0"/>
              <a:t>Generation &amp;</a:t>
            </a:r>
          </a:p>
          <a:p>
            <a:r>
              <a:rPr lang="en-US" b="1" dirty="0"/>
              <a:t>Database merge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C3CC4BC-C4CC-E76F-A92A-ABCF6EF6D26F}"/>
              </a:ext>
            </a:extLst>
          </p:cNvPr>
          <p:cNvCxnSpPr>
            <a:cxnSpLocks/>
          </p:cNvCxnSpPr>
          <p:nvPr/>
        </p:nvCxnSpPr>
        <p:spPr>
          <a:xfrm flipV="1">
            <a:off x="10313581" y="726739"/>
            <a:ext cx="0" cy="1900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E9F280-69D0-E431-35F7-01279F4D2DA3}"/>
              </a:ext>
            </a:extLst>
          </p:cNvPr>
          <p:cNvSpPr txBox="1"/>
          <p:nvPr/>
        </p:nvSpPr>
        <p:spPr>
          <a:xfrm>
            <a:off x="10313581" y="1220182"/>
            <a:ext cx="15002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Get </a:t>
            </a:r>
          </a:p>
          <a:p>
            <a:r>
              <a:rPr lang="en-GB" dirty="0"/>
              <a:t>Confirmation</a:t>
            </a:r>
          </a:p>
          <a:p>
            <a:r>
              <a:rPr lang="en-GB" dirty="0"/>
              <a:t>Of Author</a:t>
            </a:r>
            <a:endParaRPr lang="en-CH" dirty="0"/>
          </a:p>
        </p:txBody>
      </p:sp>
      <p:pic>
        <p:nvPicPr>
          <p:cNvPr id="17" name="Graphic 16" descr="Badge Tick1 with solid fill">
            <a:extLst>
              <a:ext uri="{FF2B5EF4-FFF2-40B4-BE49-F238E27FC236}">
                <a16:creationId xmlns:a16="http://schemas.microsoft.com/office/drawing/2014/main" id="{59C38684-0C7C-48D1-410E-50165793E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4350" y="152239"/>
            <a:ext cx="914400" cy="914400"/>
          </a:xfrm>
          <a:prstGeom prst="rect">
            <a:avLst/>
          </a:prstGeom>
        </p:spPr>
      </p:pic>
      <p:pic>
        <p:nvPicPr>
          <p:cNvPr id="19" name="Graphic 18" descr="Badge Tick1 with solid fill">
            <a:extLst>
              <a:ext uri="{FF2B5EF4-FFF2-40B4-BE49-F238E27FC236}">
                <a16:creationId xmlns:a16="http://schemas.microsoft.com/office/drawing/2014/main" id="{3D02FD85-128C-B5DE-8728-471BE0F64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8879" y="1474412"/>
            <a:ext cx="914400" cy="914400"/>
          </a:xfrm>
          <a:prstGeom prst="rect">
            <a:avLst/>
          </a:prstGeom>
        </p:spPr>
      </p:pic>
      <p:pic>
        <p:nvPicPr>
          <p:cNvPr id="21" name="Graphic 20" descr="Badge Tick1 with solid fill">
            <a:extLst>
              <a:ext uri="{FF2B5EF4-FFF2-40B4-BE49-F238E27FC236}">
                <a16:creationId xmlns:a16="http://schemas.microsoft.com/office/drawing/2014/main" id="{BDF48015-437C-06A3-B429-CFEBCC4DC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0674" y="1548552"/>
            <a:ext cx="914400" cy="914400"/>
          </a:xfrm>
          <a:prstGeom prst="rect">
            <a:avLst/>
          </a:prstGeom>
        </p:spPr>
      </p:pic>
      <p:pic>
        <p:nvPicPr>
          <p:cNvPr id="24" name="Graphic 23" descr="Badge Follow with solid fill">
            <a:extLst>
              <a:ext uri="{FF2B5EF4-FFF2-40B4-BE49-F238E27FC236}">
                <a16:creationId xmlns:a16="http://schemas.microsoft.com/office/drawing/2014/main" id="{AEF5D15D-C3D6-7AB7-D082-1E4E90514F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6075" y="1548552"/>
            <a:ext cx="914400" cy="9144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86BD372-E165-4B49-6C7E-1D7B81DCC64A}"/>
              </a:ext>
            </a:extLst>
          </p:cNvPr>
          <p:cNvSpPr/>
          <p:nvPr/>
        </p:nvSpPr>
        <p:spPr>
          <a:xfrm>
            <a:off x="777764" y="152239"/>
            <a:ext cx="11036099" cy="33694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EEB8FD-C7F7-7D77-9B77-4F10D1AA3654}"/>
              </a:ext>
            </a:extLst>
          </p:cNvPr>
          <p:cNvSpPr txBox="1"/>
          <p:nvPr/>
        </p:nvSpPr>
        <p:spPr>
          <a:xfrm>
            <a:off x="8516166" y="165546"/>
            <a:ext cx="329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i="1" dirty="0"/>
              <a:t>This entire part could be online!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720C33-4A06-6A0E-E30B-D66F95DEAE89}"/>
              </a:ext>
            </a:extLst>
          </p:cNvPr>
          <p:cNvSpPr txBox="1"/>
          <p:nvPr/>
        </p:nvSpPr>
        <p:spPr>
          <a:xfrm>
            <a:off x="2873966" y="5223661"/>
            <a:ext cx="375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i="1" dirty="0"/>
              <a:t>This part remains with data steward!</a:t>
            </a:r>
          </a:p>
        </p:txBody>
      </p:sp>
    </p:spTree>
    <p:extLst>
      <p:ext uri="{BB962C8B-B14F-4D97-AF65-F5344CB8AC3E}">
        <p14:creationId xmlns:p14="http://schemas.microsoft.com/office/powerpoint/2010/main" val="268302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2292</TotalTime>
  <Words>105</Words>
  <Application>Microsoft Macintosh PowerPoint</Application>
  <PresentationFormat>Widescreen</PresentationFormat>
  <Paragraphs>25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SISAL-Neotoma:  Quality Checking for new records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Endres  Laura</dc:creator>
  <cp:lastModifiedBy>Endres  Laura</cp:lastModifiedBy>
  <cp:revision>3</cp:revision>
  <dcterms:created xsi:type="dcterms:W3CDTF">2025-02-05T18:21:57Z</dcterms:created>
  <dcterms:modified xsi:type="dcterms:W3CDTF">2026-04-07T15:34:21Z</dcterms:modified>
</cp:coreProperties>
</file>